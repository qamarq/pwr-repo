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0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2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3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1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9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0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5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2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9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66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49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69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04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5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5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16" name="Rectangle 15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C826A-0006-92DF-6A50-900AC334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78" y="1169773"/>
            <a:ext cx="6619243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1.13 – </a:t>
            </a:r>
            <a:r>
              <a:rPr lang="en-US" sz="5400" b="1" dirty="0" err="1">
                <a:solidFill>
                  <a:schemeClr val="tx1"/>
                </a:solidFill>
              </a:rPr>
              <a:t>Agregacja</a:t>
            </a:r>
            <a:r>
              <a:rPr lang="en-US" sz="5400" b="1" dirty="0">
                <a:solidFill>
                  <a:schemeClr val="tx1"/>
                </a:solidFill>
              </a:rPr>
              <a:t>, </a:t>
            </a:r>
            <a:r>
              <a:rPr lang="en-US" sz="5400" b="1" dirty="0" err="1">
                <a:solidFill>
                  <a:schemeClr val="tx1"/>
                </a:solidFill>
              </a:rPr>
              <a:t>Kompozycja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92C38-7EFD-F7EC-7788-15CDA6F443A7}"/>
              </a:ext>
            </a:extLst>
          </p:cNvPr>
          <p:cNvSpPr txBox="1"/>
          <p:nvPr/>
        </p:nvSpPr>
        <p:spPr>
          <a:xfrm>
            <a:off x="1262378" y="4293441"/>
            <a:ext cx="6619243" cy="1234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7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Kamil Marczak 284229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8686" y="4166888"/>
            <a:ext cx="50662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1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Agregacja i kompozycja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Relacja całość–część</a:t>
            </a:r>
          </a:p>
          <a:p>
            <a:r>
              <a:t>Dwa typy: agregacja, kompozycja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Agregacja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Słaba relacja</a:t>
            </a:r>
          </a:p>
          <a:p>
            <a:r>
              <a:t>Część istnieje niezależnie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Kompozycja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Silna relacja</a:t>
            </a:r>
          </a:p>
          <a:p>
            <a:r>
              <a:t>Część zależna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Różnice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Zależność życia</a:t>
            </a:r>
          </a:p>
          <a:p>
            <a:r>
              <a:t>Usunięcie całości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Zastosowanie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Struktury systemów</a:t>
            </a:r>
          </a:p>
          <a:p>
            <a:r>
              <a:t>Projektowanie obiektowe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</TotalTime>
  <Words>42</Words>
  <Application>Microsoft Macintosh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1.13 – Agregacja, Kompozycja</vt:lpstr>
      <vt:lpstr>Agregacja i kompozycja</vt:lpstr>
      <vt:lpstr>Agregacja</vt:lpstr>
      <vt:lpstr>Kompozycja</vt:lpstr>
      <vt:lpstr>Różnice</vt:lpstr>
      <vt:lpstr>Zastosowanie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Kamil Marczak (284229)</cp:lastModifiedBy>
  <cp:revision>3</cp:revision>
  <dcterms:created xsi:type="dcterms:W3CDTF">2013-01-27T09:14:16Z</dcterms:created>
  <dcterms:modified xsi:type="dcterms:W3CDTF">2026-03-30T18:13:58Z</dcterms:modified>
  <cp:category/>
</cp:coreProperties>
</file>