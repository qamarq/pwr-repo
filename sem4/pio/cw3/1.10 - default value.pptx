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1"/>
  </p:notes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2ACE4-4941-D741-B73D-81476BB49FA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E1B4-C2AB-9E4C-9E77-77949F6DD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736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1bf01047c_2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1bf01047c_2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1bf01047c_2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1bf01047c_2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1bf01047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1bf01047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1bf01047c_2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1bf01047c_2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1bf01047c_2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d1bf01047c_2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1bf01047c_2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1bf01047c_2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1bf01047c_2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1bf01047c_2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1bf01047c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1bf01047c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1bf01047c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d1bf01047c_2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285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05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460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81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114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806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31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1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78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2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11320333" y="624134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l" smtClean="0"/>
              <a:pPr/>
              <a:t>‹#›</a:t>
            </a:fld>
            <a:endParaRPr lang="pl"/>
          </a:p>
        </p:txBody>
      </p:sp>
    </p:spTree>
    <p:extLst>
      <p:ext uri="{BB962C8B-B14F-4D97-AF65-F5344CB8AC3E}">
        <p14:creationId xmlns:p14="http://schemas.microsoft.com/office/powerpoint/2010/main" val="1806545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C043C85D-AD42-C84F-893A-B372EB2C7A4B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DBCABB6E-B8BE-C842-BB28-EA44573C2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28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pl"/>
              <a:t>1.10. Wartość domyślna właściwości (Default Value)</a:t>
            </a:r>
            <a:endParaRPr sz="4667"/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pl" dirty="0"/>
              <a:t>Kamil Marczak 284229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Po co wartości domyślne?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Wartość domyślna (default value) właściwości w UML</a:t>
            </a:r>
            <a:endParaRPr sz="3467"/>
          </a:p>
          <a:p>
            <a:pPr indent="-524920">
              <a:buSzPts val="2600"/>
            </a:pPr>
            <a:r>
              <a:rPr lang="pl" sz="3467"/>
              <a:t>Po co: pokazać wartość początkową, gdy obiekt powstaje bez jawnego ustawienia pola.</a:t>
            </a:r>
            <a:endParaRPr sz="3467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Co mówi UML (sens semantyczny) 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buNone/>
            </a:pPr>
            <a:r>
              <a:rPr lang="pl" sz="3467"/>
              <a:t>Jeżeli dla Property zdefiniowano defaultValue, to:</a:t>
            </a:r>
            <a:endParaRPr sz="3467"/>
          </a:p>
          <a:p>
            <a:pPr indent="-524920">
              <a:spcBef>
                <a:spcPts val="1600"/>
              </a:spcBef>
              <a:buSzPts val="2600"/>
            </a:pPr>
            <a:r>
              <a:rPr lang="pl" sz="3467"/>
              <a:t>jest ona ewaluowana przy tworzeniu instancji, gdy nie podano wartości i nie ma ograniczenia wymuszającego inną,</a:t>
            </a:r>
            <a:endParaRPr sz="3467"/>
          </a:p>
          <a:p>
            <a:pPr indent="-524920">
              <a:buSzPts val="2600"/>
            </a:pPr>
            <a:r>
              <a:rPr lang="pl" sz="3467"/>
              <a:t>a wynik staje się wartością początkową właściwości.</a:t>
            </a:r>
            <a:endParaRPr sz="3467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Notacja na diagramie klas: = wartość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W notacji właściwości UML spotyka się zapis:</a:t>
            </a:r>
            <a:endParaRPr sz="3467"/>
          </a:p>
          <a:p>
            <a:pPr lvl="1" indent="-524920">
              <a:buSzPts val="2600"/>
            </a:pPr>
            <a:r>
              <a:rPr lang="pl" sz="3467"/>
              <a:t>nazwa : Typ = defaultValue</a:t>
            </a:r>
            <a:endParaRPr sz="3467"/>
          </a:p>
          <a:p>
            <a:pPr indent="-524920">
              <a:buSzPts val="2600"/>
            </a:pPr>
            <a:r>
              <a:rPr lang="pl" sz="3467"/>
              <a:t>Przykładowy zapis atrybutu z wartością początkową (IBM): - balance : MoneyType = 0.00.</a:t>
            </a:r>
            <a:endParaRPr sz="3467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Diagram: atrybuty z wartościami domyślnymi</a:t>
            </a:r>
            <a:endParaRPr/>
          </a:p>
        </p:txBody>
      </p:sp>
      <p:pic>
        <p:nvPicPr>
          <p:cNvPr id="176" name="Google Shape;17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9300" y="2144167"/>
            <a:ext cx="8153400" cy="334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pl"/>
              <a:t>Default value a krotność &gt; 1 (wielowartościowość)</a:t>
            </a:r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Wokół Property.defaultValue w kontekście wielowartościowości pojawiają się ograniczenia i dyskusje (m.in. kwestie krotności defaultValue vs krotność samej właściwości).</a:t>
            </a:r>
            <a:endParaRPr sz="3467"/>
          </a:p>
          <a:p>
            <a:pPr indent="-524920">
              <a:buSzPts val="2600"/>
            </a:pPr>
            <a:r>
              <a:rPr lang="pl" sz="3467"/>
              <a:t>W praktyce narzędzia mogą pozwalać na ustawienie tylko pojedynczego defaultValue nawet dla właściwości 0..* / 1..* (zależnie od narzędzia).</a:t>
            </a:r>
            <a:endParaRPr sz="3467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Redefinicja właściwości a domyślna wartość</a:t>
            </a: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Jeżeli właściwość redefiniuje inną właściwość z domyślną wartością, to domyślna wartość z redefinicji zastępuje bardziej ogólną.</a:t>
            </a:r>
            <a:endParaRPr sz="3467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1377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Diagram obiektów (pokazanie wartości po utworzeniu)</a:t>
            </a:r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415600" y="5152567"/>
            <a:ext cx="11360800" cy="93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 algn="ctr">
              <a:spcAft>
                <a:spcPts val="1600"/>
              </a:spcAft>
              <a:buNone/>
            </a:pPr>
            <a:r>
              <a:rPr lang="pl" sz="2667"/>
              <a:t>Diagram obiektów jako “snapshot” instancji z wartościami</a:t>
            </a:r>
            <a:endParaRPr sz="2667"/>
          </a:p>
        </p:txBody>
      </p:sp>
      <p:pic>
        <p:nvPicPr>
          <p:cNvPr id="195" name="Google Shape;1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967" y="1705434"/>
            <a:ext cx="6648068" cy="3447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r>
              <a:rPr lang="pl"/>
              <a:t>Kiedy podawać wartość domyślną?</a:t>
            </a:r>
            <a:endParaRPr/>
          </a:p>
        </p:txBody>
      </p:sp>
      <p:sp>
        <p:nvSpPr>
          <p:cNvPr id="201" name="Google Shape;201;p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524920">
              <a:buSzPts val="2600"/>
            </a:pPr>
            <a:r>
              <a:rPr lang="pl" sz="3467"/>
              <a:t>Gdy wartość jest “standardowa” biznesowo (np. status = Nowe, aktywne = false).</a:t>
            </a:r>
            <a:endParaRPr sz="3467"/>
          </a:p>
          <a:p>
            <a:pPr indent="-524920">
              <a:buSzPts val="2600"/>
            </a:pPr>
            <a:r>
              <a:rPr lang="pl" sz="3467"/>
              <a:t>Gdy brak wartości jest błędem lub komplikacją (upraszcza użycie API).</a:t>
            </a:r>
            <a:endParaRPr sz="3467"/>
          </a:p>
          <a:p>
            <a:pPr indent="-524920">
              <a:buSzPts val="2600"/>
            </a:pPr>
            <a:r>
              <a:rPr lang="pl" sz="3467"/>
              <a:t>Uwaga: default w UML nie zawsze = default w kodzie (zależy od generatora/narzędzia i języka docelowego).</a:t>
            </a:r>
            <a:endParaRPr sz="3467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0</TotalTime>
  <Words>277</Words>
  <Application>Microsoft Macintosh PowerPoint</Application>
  <PresentationFormat>Widescreen</PresentationFormat>
  <Paragraphs>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Gill Sans MT</vt:lpstr>
      <vt:lpstr>Parcel</vt:lpstr>
      <vt:lpstr>1.10. Wartość domyślna właściwości (Default Value)</vt:lpstr>
      <vt:lpstr>Po co wartości domyślne?</vt:lpstr>
      <vt:lpstr>Co mówi UML (sens semantyczny) </vt:lpstr>
      <vt:lpstr>Notacja na diagramie klas: = wartość</vt:lpstr>
      <vt:lpstr>Diagram: atrybuty z wartościami domyślnymi</vt:lpstr>
      <vt:lpstr>Default value a krotność &gt; 1 (wielowartościowość)</vt:lpstr>
      <vt:lpstr>Redefinicja właściwości a domyślna wartość</vt:lpstr>
      <vt:lpstr>Diagram obiektów (pokazanie wartości po utworzeniu)</vt:lpstr>
      <vt:lpstr>Kiedy podawać wartość domyślną?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Marczak (284229)</dc:creator>
  <cp:lastModifiedBy>Kamil Marczak (284229)</cp:lastModifiedBy>
  <cp:revision>1</cp:revision>
  <dcterms:created xsi:type="dcterms:W3CDTF">2026-03-29T12:03:27Z</dcterms:created>
  <dcterms:modified xsi:type="dcterms:W3CDTF">2026-03-29T12:03:52Z</dcterms:modified>
</cp:coreProperties>
</file>