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0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89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12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330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59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43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07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44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72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63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66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39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17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24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49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64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7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0C826A-0006-92DF-6A50-900AC334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378" y="1169773"/>
            <a:ext cx="6619243" cy="28701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1.11 - </a:t>
            </a:r>
            <a:r>
              <a:rPr lang="en-US" sz="5400" b="1" dirty="0" err="1">
                <a:solidFill>
                  <a:schemeClr val="tx1"/>
                </a:solidFill>
              </a:rPr>
              <a:t>Właściwość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sz="5400" b="1" dirty="0" err="1">
                <a:solidFill>
                  <a:schemeClr val="tx1"/>
                </a:solidFill>
              </a:rPr>
              <a:t>wielowartościowa</a:t>
            </a:r>
            <a:endParaRPr lang="en-US" sz="5400" b="1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18686" y="4166888"/>
            <a:ext cx="506627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9F92C38-7EFD-F7EC-7788-15CDA6F443A7}"/>
              </a:ext>
            </a:extLst>
          </p:cNvPr>
          <p:cNvSpPr txBox="1"/>
          <p:nvPr/>
        </p:nvSpPr>
        <p:spPr>
          <a:xfrm>
            <a:off x="3250964" y="4293843"/>
            <a:ext cx="264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Kamil Marczak 284229</a:t>
            </a:r>
          </a:p>
        </p:txBody>
      </p:sp>
    </p:spTree>
    <p:extLst>
      <p:ext uri="{BB962C8B-B14F-4D97-AF65-F5344CB8AC3E}">
        <p14:creationId xmlns:p14="http://schemas.microsoft.com/office/powerpoint/2010/main" val="412971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Właściwość wielowartościowa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Wiele wartości (0..*)</a:t>
            </a:r>
          </a:p>
          <a:p>
            <a:r>
              <a:t>Dotyczy atrybutów i asocjacji</a:t>
            </a:r>
          </a:p>
          <a:p>
            <a:r>
              <a:t>Reprezentuje kolekcje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378CE-DC01-9FC5-B67A-830C216B8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382" y="4254500"/>
            <a:ext cx="77597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Ograniczenia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{ordered} – kolejność</a:t>
            </a:r>
          </a:p>
          <a:p>
            <a:r>
              <a:t>{unique} – brak duplikatów</a:t>
            </a:r>
          </a:p>
          <a:p>
            <a:r>
              <a:t>{nonunique} – dopuszcza duplikaty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Kombinacje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ordered + unique</a:t>
            </a:r>
          </a:p>
          <a:p>
            <a:r>
              <a:t>ordered + nonunique</a:t>
            </a:r>
          </a:p>
          <a:p>
            <a:r>
              <a:t>unordered + unique</a:t>
            </a:r>
          </a:p>
          <a:p>
            <a:r>
              <a:t>unordered + nonunique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9D2BDD-CF93-FD7E-3754-F82DCCF8A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050" y="4254500"/>
            <a:ext cx="3517900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Przykłady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– oceny</a:t>
            </a:r>
          </a:p>
          <a:p>
            <a:r>
              <a:t>Koszyk – produkty</a:t>
            </a:r>
          </a:p>
          <a:p>
            <a:r>
              <a:t>Playlist – utwory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Znaczenie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Wpływ na implementację</a:t>
            </a:r>
          </a:p>
          <a:p>
            <a:r>
              <a:t>Wpływ na logikę</a:t>
            </a:r>
          </a:p>
          <a:p>
            <a:r>
              <a:t>Modelowanie danych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</TotalTime>
  <Words>70</Words>
  <Application>Microsoft Macintosh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1.11 - Właściwość wielowartościowa</vt:lpstr>
      <vt:lpstr>Właściwość wielowartościowa</vt:lpstr>
      <vt:lpstr>Ograniczenia</vt:lpstr>
      <vt:lpstr>Kombinacje</vt:lpstr>
      <vt:lpstr>Przykłady</vt:lpstr>
      <vt:lpstr>Znaczenie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Kamil Marczak (284229)</cp:lastModifiedBy>
  <cp:revision>4</cp:revision>
  <dcterms:created xsi:type="dcterms:W3CDTF">2013-01-27T09:14:16Z</dcterms:created>
  <dcterms:modified xsi:type="dcterms:W3CDTF">2026-03-30T18:06:05Z</dcterms:modified>
  <cp:category/>
</cp:coreProperties>
</file>