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ckwell" panose="02060603020205020403" pitchFamily="18" charset="77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714"/>
  </p:normalViewPr>
  <p:slideViewPr>
    <p:cSldViewPr snapToGrid="0">
      <p:cViewPr varScale="1">
        <p:scale>
          <a:sx n="153" d="100"/>
          <a:sy n="153" d="100"/>
        </p:scale>
        <p:origin x="56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2A955B-3657-4372-B778-F88DC6365DD4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F972C4-FDF9-4683-8801-E159CC0FF1C0}">
      <dgm:prSet/>
      <dgm:spPr/>
      <dgm:t>
        <a:bodyPr/>
        <a:lstStyle/>
        <a:p>
          <a:r>
            <a:rPr lang="pl-PL" b="1" dirty="0">
              <a:latin typeface="+mj-lt"/>
            </a:rPr>
            <a:t>redukcja powtarzania kodu</a:t>
          </a:r>
          <a:endParaRPr lang="en-US" b="1" dirty="0">
            <a:latin typeface="+mj-lt"/>
          </a:endParaRPr>
        </a:p>
      </dgm:t>
    </dgm:pt>
    <dgm:pt modelId="{EE027A37-66B7-4B03-99AA-2F8F42085E60}" type="parTrans" cxnId="{1EE8A402-579E-4BC2-8DC3-AFBDDC94F55C}">
      <dgm:prSet/>
      <dgm:spPr/>
      <dgm:t>
        <a:bodyPr/>
        <a:lstStyle/>
        <a:p>
          <a:endParaRPr lang="en-US"/>
        </a:p>
      </dgm:t>
    </dgm:pt>
    <dgm:pt modelId="{8CFEEAFB-031A-4FB0-9047-2FAD3A0CB47C}" type="sibTrans" cxnId="{1EE8A402-579E-4BC2-8DC3-AFBDDC94F55C}">
      <dgm:prSet/>
      <dgm:spPr/>
      <dgm:t>
        <a:bodyPr/>
        <a:lstStyle/>
        <a:p>
          <a:endParaRPr lang="en-US"/>
        </a:p>
      </dgm:t>
    </dgm:pt>
    <dgm:pt modelId="{68D22F75-717A-4F2E-B40E-6D48809E4F82}">
      <dgm:prSet/>
      <dgm:spPr/>
      <dgm:t>
        <a:bodyPr/>
        <a:lstStyle/>
        <a:p>
          <a:r>
            <a:rPr lang="pl-PL" b="1" dirty="0">
              <a:latin typeface="+mj-lt"/>
            </a:rPr>
            <a:t>lepsza organizacja modelu</a:t>
          </a:r>
          <a:endParaRPr lang="en-US" b="1" dirty="0">
            <a:latin typeface="+mj-lt"/>
          </a:endParaRPr>
        </a:p>
      </dgm:t>
    </dgm:pt>
    <dgm:pt modelId="{61264074-3587-4D7C-B925-A3FF2C74E7AC}" type="parTrans" cxnId="{3997AF7B-B7DA-44A3-B3A9-E9414D26686F}">
      <dgm:prSet/>
      <dgm:spPr/>
      <dgm:t>
        <a:bodyPr/>
        <a:lstStyle/>
        <a:p>
          <a:endParaRPr lang="en-US"/>
        </a:p>
      </dgm:t>
    </dgm:pt>
    <dgm:pt modelId="{2F666819-C5CC-4B15-B565-E25756B7C324}" type="sibTrans" cxnId="{3997AF7B-B7DA-44A3-B3A9-E9414D26686F}">
      <dgm:prSet/>
      <dgm:spPr/>
      <dgm:t>
        <a:bodyPr/>
        <a:lstStyle/>
        <a:p>
          <a:endParaRPr lang="en-US"/>
        </a:p>
      </dgm:t>
    </dgm:pt>
    <dgm:pt modelId="{C5D6196C-0D59-4468-9ECC-902B3A5DD4B6}">
      <dgm:prSet/>
      <dgm:spPr/>
      <dgm:t>
        <a:bodyPr/>
        <a:lstStyle/>
        <a:p>
          <a:r>
            <a:rPr lang="pl-PL" b="1" dirty="0">
              <a:latin typeface="+mj-lt"/>
            </a:rPr>
            <a:t>możliwość tworzenia hierarchii klas</a:t>
          </a:r>
          <a:endParaRPr lang="en-US" b="1" dirty="0">
            <a:latin typeface="+mj-lt"/>
          </a:endParaRPr>
        </a:p>
      </dgm:t>
    </dgm:pt>
    <dgm:pt modelId="{AFAEE84B-D3E9-465B-8DA8-2FEA12E376C6}" type="parTrans" cxnId="{1C04A6EC-DCA9-437B-BFB5-8212EC7A4854}">
      <dgm:prSet/>
      <dgm:spPr/>
      <dgm:t>
        <a:bodyPr/>
        <a:lstStyle/>
        <a:p>
          <a:endParaRPr lang="en-US"/>
        </a:p>
      </dgm:t>
    </dgm:pt>
    <dgm:pt modelId="{37C718CD-11DB-4FEE-B388-812C8A4981E8}" type="sibTrans" cxnId="{1C04A6EC-DCA9-437B-BFB5-8212EC7A4854}">
      <dgm:prSet/>
      <dgm:spPr/>
      <dgm:t>
        <a:bodyPr/>
        <a:lstStyle/>
        <a:p>
          <a:endParaRPr lang="en-US"/>
        </a:p>
      </dgm:t>
    </dgm:pt>
    <dgm:pt modelId="{269C6B88-ABB4-8E40-93CD-DD97B165FBFE}" type="pres">
      <dgm:prSet presAssocID="{7F2A955B-3657-4372-B778-F88DC6365D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618E7F-8023-3C4D-8E4C-A29305AFF7F9}" type="pres">
      <dgm:prSet presAssocID="{18F972C4-FDF9-4683-8801-E159CC0FF1C0}" presName="hierRoot1" presStyleCnt="0"/>
      <dgm:spPr/>
    </dgm:pt>
    <dgm:pt modelId="{7228E738-AE91-5345-881E-FE1738C4B319}" type="pres">
      <dgm:prSet presAssocID="{18F972C4-FDF9-4683-8801-E159CC0FF1C0}" presName="composite" presStyleCnt="0"/>
      <dgm:spPr/>
    </dgm:pt>
    <dgm:pt modelId="{18142384-2393-BE48-A142-E37FC899104B}" type="pres">
      <dgm:prSet presAssocID="{18F972C4-FDF9-4683-8801-E159CC0FF1C0}" presName="background" presStyleLbl="node0" presStyleIdx="0" presStyleCnt="3"/>
      <dgm:spPr/>
    </dgm:pt>
    <dgm:pt modelId="{71DE1C4B-B13F-454F-8803-110696335C63}" type="pres">
      <dgm:prSet presAssocID="{18F972C4-FDF9-4683-8801-E159CC0FF1C0}" presName="text" presStyleLbl="fgAcc0" presStyleIdx="0" presStyleCnt="3">
        <dgm:presLayoutVars>
          <dgm:chPref val="3"/>
        </dgm:presLayoutVars>
      </dgm:prSet>
      <dgm:spPr/>
    </dgm:pt>
    <dgm:pt modelId="{E0098353-E07F-3440-A89F-64A21EF1DAE3}" type="pres">
      <dgm:prSet presAssocID="{18F972C4-FDF9-4683-8801-E159CC0FF1C0}" presName="hierChild2" presStyleCnt="0"/>
      <dgm:spPr/>
    </dgm:pt>
    <dgm:pt modelId="{5A876CE0-CF30-A64A-89EC-774F84D236D0}" type="pres">
      <dgm:prSet presAssocID="{68D22F75-717A-4F2E-B40E-6D48809E4F82}" presName="hierRoot1" presStyleCnt="0"/>
      <dgm:spPr/>
    </dgm:pt>
    <dgm:pt modelId="{BFFCFBBE-0ABC-5D4D-A01B-B7123E75B58D}" type="pres">
      <dgm:prSet presAssocID="{68D22F75-717A-4F2E-B40E-6D48809E4F82}" presName="composite" presStyleCnt="0"/>
      <dgm:spPr/>
    </dgm:pt>
    <dgm:pt modelId="{5E1F1E01-243D-764A-A223-6C5E77B980E4}" type="pres">
      <dgm:prSet presAssocID="{68D22F75-717A-4F2E-B40E-6D48809E4F82}" presName="background" presStyleLbl="node0" presStyleIdx="1" presStyleCnt="3"/>
      <dgm:spPr/>
    </dgm:pt>
    <dgm:pt modelId="{514AABAF-42FF-9143-8E85-317091336646}" type="pres">
      <dgm:prSet presAssocID="{68D22F75-717A-4F2E-B40E-6D48809E4F82}" presName="text" presStyleLbl="fgAcc0" presStyleIdx="1" presStyleCnt="3">
        <dgm:presLayoutVars>
          <dgm:chPref val="3"/>
        </dgm:presLayoutVars>
      </dgm:prSet>
      <dgm:spPr/>
    </dgm:pt>
    <dgm:pt modelId="{581DB378-C7C7-0443-86E0-5D144E2B4BBD}" type="pres">
      <dgm:prSet presAssocID="{68D22F75-717A-4F2E-B40E-6D48809E4F82}" presName="hierChild2" presStyleCnt="0"/>
      <dgm:spPr/>
    </dgm:pt>
    <dgm:pt modelId="{A85E9779-93D9-7748-AAE3-FD90F34E8B3A}" type="pres">
      <dgm:prSet presAssocID="{C5D6196C-0D59-4468-9ECC-902B3A5DD4B6}" presName="hierRoot1" presStyleCnt="0"/>
      <dgm:spPr/>
    </dgm:pt>
    <dgm:pt modelId="{D45A88C1-A8A9-7443-A978-1D73D0817E2A}" type="pres">
      <dgm:prSet presAssocID="{C5D6196C-0D59-4468-9ECC-902B3A5DD4B6}" presName="composite" presStyleCnt="0"/>
      <dgm:spPr/>
    </dgm:pt>
    <dgm:pt modelId="{94E20893-7470-0545-86D4-E10219F08159}" type="pres">
      <dgm:prSet presAssocID="{C5D6196C-0D59-4468-9ECC-902B3A5DD4B6}" presName="background" presStyleLbl="node0" presStyleIdx="2" presStyleCnt="3"/>
      <dgm:spPr/>
    </dgm:pt>
    <dgm:pt modelId="{F0FAD5DC-5083-6343-B712-FE28D260DAB2}" type="pres">
      <dgm:prSet presAssocID="{C5D6196C-0D59-4468-9ECC-902B3A5DD4B6}" presName="text" presStyleLbl="fgAcc0" presStyleIdx="2" presStyleCnt="3">
        <dgm:presLayoutVars>
          <dgm:chPref val="3"/>
        </dgm:presLayoutVars>
      </dgm:prSet>
      <dgm:spPr/>
    </dgm:pt>
    <dgm:pt modelId="{619AFEEF-B199-8F48-91DE-3A96CF762425}" type="pres">
      <dgm:prSet presAssocID="{C5D6196C-0D59-4468-9ECC-902B3A5DD4B6}" presName="hierChild2" presStyleCnt="0"/>
      <dgm:spPr/>
    </dgm:pt>
  </dgm:ptLst>
  <dgm:cxnLst>
    <dgm:cxn modelId="{1EE8A402-579E-4BC2-8DC3-AFBDDC94F55C}" srcId="{7F2A955B-3657-4372-B778-F88DC6365DD4}" destId="{18F972C4-FDF9-4683-8801-E159CC0FF1C0}" srcOrd="0" destOrd="0" parTransId="{EE027A37-66B7-4B03-99AA-2F8F42085E60}" sibTransId="{8CFEEAFB-031A-4FB0-9047-2FAD3A0CB47C}"/>
    <dgm:cxn modelId="{9282AD20-8843-4048-B59D-AD9B4D4D7F3A}" type="presOf" srcId="{18F972C4-FDF9-4683-8801-E159CC0FF1C0}" destId="{71DE1C4B-B13F-454F-8803-110696335C63}" srcOrd="0" destOrd="0" presId="urn:microsoft.com/office/officeart/2005/8/layout/hierarchy1"/>
    <dgm:cxn modelId="{29866C2F-0D0A-944A-B28A-F3B18976EAA6}" type="presOf" srcId="{68D22F75-717A-4F2E-B40E-6D48809E4F82}" destId="{514AABAF-42FF-9143-8E85-317091336646}" srcOrd="0" destOrd="0" presId="urn:microsoft.com/office/officeart/2005/8/layout/hierarchy1"/>
    <dgm:cxn modelId="{6D5E034A-8389-6845-9D40-A2314A3463F8}" type="presOf" srcId="{C5D6196C-0D59-4468-9ECC-902B3A5DD4B6}" destId="{F0FAD5DC-5083-6343-B712-FE28D260DAB2}" srcOrd="0" destOrd="0" presId="urn:microsoft.com/office/officeart/2005/8/layout/hierarchy1"/>
    <dgm:cxn modelId="{3997AF7B-B7DA-44A3-B3A9-E9414D26686F}" srcId="{7F2A955B-3657-4372-B778-F88DC6365DD4}" destId="{68D22F75-717A-4F2E-B40E-6D48809E4F82}" srcOrd="1" destOrd="0" parTransId="{61264074-3587-4D7C-B925-A3FF2C74E7AC}" sibTransId="{2F666819-C5CC-4B15-B565-E25756B7C324}"/>
    <dgm:cxn modelId="{FDF502DC-2AB3-F84E-B292-3C09681B0BF8}" type="presOf" srcId="{7F2A955B-3657-4372-B778-F88DC6365DD4}" destId="{269C6B88-ABB4-8E40-93CD-DD97B165FBFE}" srcOrd="0" destOrd="0" presId="urn:microsoft.com/office/officeart/2005/8/layout/hierarchy1"/>
    <dgm:cxn modelId="{1C04A6EC-DCA9-437B-BFB5-8212EC7A4854}" srcId="{7F2A955B-3657-4372-B778-F88DC6365DD4}" destId="{C5D6196C-0D59-4468-9ECC-902B3A5DD4B6}" srcOrd="2" destOrd="0" parTransId="{AFAEE84B-D3E9-465B-8DA8-2FEA12E376C6}" sibTransId="{37C718CD-11DB-4FEE-B388-812C8A4981E8}"/>
    <dgm:cxn modelId="{C288749F-7A36-9947-A233-638BDEC632C6}" type="presParOf" srcId="{269C6B88-ABB4-8E40-93CD-DD97B165FBFE}" destId="{CA618E7F-8023-3C4D-8E4C-A29305AFF7F9}" srcOrd="0" destOrd="0" presId="urn:microsoft.com/office/officeart/2005/8/layout/hierarchy1"/>
    <dgm:cxn modelId="{DDA3C9BD-9DA8-3941-9221-D1DD66185A61}" type="presParOf" srcId="{CA618E7F-8023-3C4D-8E4C-A29305AFF7F9}" destId="{7228E738-AE91-5345-881E-FE1738C4B319}" srcOrd="0" destOrd="0" presId="urn:microsoft.com/office/officeart/2005/8/layout/hierarchy1"/>
    <dgm:cxn modelId="{3C67AA59-7139-0949-ABC7-B9DFCE62C9CB}" type="presParOf" srcId="{7228E738-AE91-5345-881E-FE1738C4B319}" destId="{18142384-2393-BE48-A142-E37FC899104B}" srcOrd="0" destOrd="0" presId="urn:microsoft.com/office/officeart/2005/8/layout/hierarchy1"/>
    <dgm:cxn modelId="{F7103A62-3A0A-C942-A766-99C0D2069CEA}" type="presParOf" srcId="{7228E738-AE91-5345-881E-FE1738C4B319}" destId="{71DE1C4B-B13F-454F-8803-110696335C63}" srcOrd="1" destOrd="0" presId="urn:microsoft.com/office/officeart/2005/8/layout/hierarchy1"/>
    <dgm:cxn modelId="{C0F949D7-F44B-AD4B-B882-3824621CC592}" type="presParOf" srcId="{CA618E7F-8023-3C4D-8E4C-A29305AFF7F9}" destId="{E0098353-E07F-3440-A89F-64A21EF1DAE3}" srcOrd="1" destOrd="0" presId="urn:microsoft.com/office/officeart/2005/8/layout/hierarchy1"/>
    <dgm:cxn modelId="{2E0B4534-49E7-B646-9C4E-F3AC2FBA7618}" type="presParOf" srcId="{269C6B88-ABB4-8E40-93CD-DD97B165FBFE}" destId="{5A876CE0-CF30-A64A-89EC-774F84D236D0}" srcOrd="1" destOrd="0" presId="urn:microsoft.com/office/officeart/2005/8/layout/hierarchy1"/>
    <dgm:cxn modelId="{01237FDF-ED9E-D446-8490-FEE20F97B011}" type="presParOf" srcId="{5A876CE0-CF30-A64A-89EC-774F84D236D0}" destId="{BFFCFBBE-0ABC-5D4D-A01B-B7123E75B58D}" srcOrd="0" destOrd="0" presId="urn:microsoft.com/office/officeart/2005/8/layout/hierarchy1"/>
    <dgm:cxn modelId="{4E6401F9-55EA-5A42-B537-057AA80EA663}" type="presParOf" srcId="{BFFCFBBE-0ABC-5D4D-A01B-B7123E75B58D}" destId="{5E1F1E01-243D-764A-A223-6C5E77B980E4}" srcOrd="0" destOrd="0" presId="urn:microsoft.com/office/officeart/2005/8/layout/hierarchy1"/>
    <dgm:cxn modelId="{5DCB9B96-9B7C-0948-9FB1-F93FA13B8C64}" type="presParOf" srcId="{BFFCFBBE-0ABC-5D4D-A01B-B7123E75B58D}" destId="{514AABAF-42FF-9143-8E85-317091336646}" srcOrd="1" destOrd="0" presId="urn:microsoft.com/office/officeart/2005/8/layout/hierarchy1"/>
    <dgm:cxn modelId="{521E0EED-238D-3947-8267-EF8B04B73C98}" type="presParOf" srcId="{5A876CE0-CF30-A64A-89EC-774F84D236D0}" destId="{581DB378-C7C7-0443-86E0-5D144E2B4BBD}" srcOrd="1" destOrd="0" presId="urn:microsoft.com/office/officeart/2005/8/layout/hierarchy1"/>
    <dgm:cxn modelId="{D9326546-1910-A044-A3D9-F25B36A57D49}" type="presParOf" srcId="{269C6B88-ABB4-8E40-93CD-DD97B165FBFE}" destId="{A85E9779-93D9-7748-AAE3-FD90F34E8B3A}" srcOrd="2" destOrd="0" presId="urn:microsoft.com/office/officeart/2005/8/layout/hierarchy1"/>
    <dgm:cxn modelId="{91E55218-C5F7-FF48-8241-F656493D94C7}" type="presParOf" srcId="{A85E9779-93D9-7748-AAE3-FD90F34E8B3A}" destId="{D45A88C1-A8A9-7443-A978-1D73D0817E2A}" srcOrd="0" destOrd="0" presId="urn:microsoft.com/office/officeart/2005/8/layout/hierarchy1"/>
    <dgm:cxn modelId="{194B8688-9D61-4041-8820-ACAB97F8AEF6}" type="presParOf" srcId="{D45A88C1-A8A9-7443-A978-1D73D0817E2A}" destId="{94E20893-7470-0545-86D4-E10219F08159}" srcOrd="0" destOrd="0" presId="urn:microsoft.com/office/officeart/2005/8/layout/hierarchy1"/>
    <dgm:cxn modelId="{2EDD651C-68C2-7D49-97FB-298E9CF9A067}" type="presParOf" srcId="{D45A88C1-A8A9-7443-A978-1D73D0817E2A}" destId="{F0FAD5DC-5083-6343-B712-FE28D260DAB2}" srcOrd="1" destOrd="0" presId="urn:microsoft.com/office/officeart/2005/8/layout/hierarchy1"/>
    <dgm:cxn modelId="{59744362-99C9-F849-907F-A3ECA41E8CA0}" type="presParOf" srcId="{A85E9779-93D9-7748-AAE3-FD90F34E8B3A}" destId="{619AFEEF-B199-8F48-91DE-3A96CF7624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42384-2393-BE48-A142-E37FC899104B}">
      <dsp:nvSpPr>
        <dsp:cNvPr id="0" name=""/>
        <dsp:cNvSpPr/>
      </dsp:nvSpPr>
      <dsp:spPr>
        <a:xfrm>
          <a:off x="0" y="739713"/>
          <a:ext cx="2230992" cy="1416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DE1C4B-B13F-454F-8803-110696335C63}">
      <dsp:nvSpPr>
        <dsp:cNvPr id="0" name=""/>
        <dsp:cNvSpPr/>
      </dsp:nvSpPr>
      <dsp:spPr>
        <a:xfrm>
          <a:off x="247888" y="975207"/>
          <a:ext cx="2230992" cy="1416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 dirty="0">
              <a:latin typeface="+mj-lt"/>
            </a:rPr>
            <a:t>redukcja powtarzania kodu</a:t>
          </a:r>
          <a:endParaRPr lang="en-US" sz="2600" b="1" kern="1200" dirty="0">
            <a:latin typeface="+mj-lt"/>
          </a:endParaRPr>
        </a:p>
      </dsp:txBody>
      <dsp:txXfrm>
        <a:off x="289381" y="1016700"/>
        <a:ext cx="2148006" cy="1333694"/>
      </dsp:txXfrm>
    </dsp:sp>
    <dsp:sp modelId="{5E1F1E01-243D-764A-A223-6C5E77B980E4}">
      <dsp:nvSpPr>
        <dsp:cNvPr id="0" name=""/>
        <dsp:cNvSpPr/>
      </dsp:nvSpPr>
      <dsp:spPr>
        <a:xfrm>
          <a:off x="2726769" y="739713"/>
          <a:ext cx="2230992" cy="1416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4AABAF-42FF-9143-8E85-317091336646}">
      <dsp:nvSpPr>
        <dsp:cNvPr id="0" name=""/>
        <dsp:cNvSpPr/>
      </dsp:nvSpPr>
      <dsp:spPr>
        <a:xfrm>
          <a:off x="2974657" y="975207"/>
          <a:ext cx="2230992" cy="1416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 dirty="0">
              <a:latin typeface="+mj-lt"/>
            </a:rPr>
            <a:t>lepsza organizacja modelu</a:t>
          </a:r>
          <a:endParaRPr lang="en-US" sz="2600" b="1" kern="1200" dirty="0">
            <a:latin typeface="+mj-lt"/>
          </a:endParaRPr>
        </a:p>
      </dsp:txBody>
      <dsp:txXfrm>
        <a:off x="3016150" y="1016700"/>
        <a:ext cx="2148006" cy="1333694"/>
      </dsp:txXfrm>
    </dsp:sp>
    <dsp:sp modelId="{94E20893-7470-0545-86D4-E10219F08159}">
      <dsp:nvSpPr>
        <dsp:cNvPr id="0" name=""/>
        <dsp:cNvSpPr/>
      </dsp:nvSpPr>
      <dsp:spPr>
        <a:xfrm>
          <a:off x="5453538" y="739713"/>
          <a:ext cx="2230992" cy="1416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FAD5DC-5083-6343-B712-FE28D260DAB2}">
      <dsp:nvSpPr>
        <dsp:cNvPr id="0" name=""/>
        <dsp:cNvSpPr/>
      </dsp:nvSpPr>
      <dsp:spPr>
        <a:xfrm>
          <a:off x="5701426" y="975207"/>
          <a:ext cx="2230992" cy="1416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 dirty="0">
              <a:latin typeface="+mj-lt"/>
            </a:rPr>
            <a:t>możliwość tworzenia hierarchii klas</a:t>
          </a:r>
          <a:endParaRPr lang="en-US" sz="2600" b="1" kern="1200" dirty="0">
            <a:latin typeface="+mj-lt"/>
          </a:endParaRPr>
        </a:p>
      </dsp:txBody>
      <dsp:txXfrm>
        <a:off x="5742919" y="1016700"/>
        <a:ext cx="2148006" cy="1333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dfb46243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dfb46243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dfb46243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dfb46243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dfb462436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dfb462436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e139e5a3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e139e5a3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dfb4624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dfb4624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7489074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1331640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9368320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1522678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8728791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1031636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4729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3804730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5512030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6608790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046043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047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12100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Relacja generalizacji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Kamil Marczak 284229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E8DD8E1A-9945-4DBA-BC40-7A028BF3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FE1C52F1-9DDF-4839-9B8F-25F7F8D42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DB25E450-AEBE-4B5B-9CD7-7DDA5128D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D57AF4B2-B19E-4839-9D9C-06AD5370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2949CEBF-F4A7-44B2-8A3B-22558718F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28EAA589-93ED-485D-96BB-B9B21EC96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4BB4F238-A1F2-45F6-9074-18C4A9F9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1C658EE5-B46E-48ED-822D-1C3F08ECA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82AA74BE-73A4-4ADC-B86C-833704C0C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2018BD4B-A593-4075-9FDB-4739C6D53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0D16E44B-CE60-491F-B907-D02B0B1E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2DFA7256-7E90-44B6-8E90-2111C1A1F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CE31CD09-2348-4B3A-9C97-CEECA4ABC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4E5422EF-93F2-41A9-B30F-9EFE9241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8">
              <a:extLst>
                <a:ext uri="{FF2B5EF4-FFF2-40B4-BE49-F238E27FC236}">
                  <a16:creationId xmlns:a16="http://schemas.microsoft.com/office/drawing/2014/main" id="{7920E29F-BB48-485F-95FF-5C372339C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ACFDB0E0-ECEB-4EEB-925D-4BE22979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0">
              <a:extLst>
                <a:ext uri="{FF2B5EF4-FFF2-40B4-BE49-F238E27FC236}">
                  <a16:creationId xmlns:a16="http://schemas.microsoft.com/office/drawing/2014/main" id="{30CE2542-FFC2-4E6A-9F84-265FE415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2864C497-B900-4D3E-895C-A2A823A3C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2">
              <a:extLst>
                <a:ext uri="{FF2B5EF4-FFF2-40B4-BE49-F238E27FC236}">
                  <a16:creationId xmlns:a16="http://schemas.microsoft.com/office/drawing/2014/main" id="{26441ED2-272A-4395-9966-F5B1C8D3F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3">
              <a:extLst>
                <a:ext uri="{FF2B5EF4-FFF2-40B4-BE49-F238E27FC236}">
                  <a16:creationId xmlns:a16="http://schemas.microsoft.com/office/drawing/2014/main" id="{701CA35D-3DE0-4BE9-96A9-31A6F24DB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C9367E8C-A75F-4D57-8B79-1B3EEDFD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0846F98D-8409-4D6C-B830-625CC19E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35369DB-627C-41BD-9041-6426E8BF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BA15987-DDC0-4CAB-AF5B-7D11E25D2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Isosceles Triangle 22">
              <a:extLst>
                <a:ext uri="{FF2B5EF4-FFF2-40B4-BE49-F238E27FC236}">
                  <a16:creationId xmlns:a16="http://schemas.microsoft.com/office/drawing/2014/main" id="{9B6DF8F2-BD4C-48F5-8CDC-95B311500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E989FB2-D6DE-43D1-84D5-1C80F990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17D615BD-F761-402C-9FFB-C47F6F11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F339C06-755E-4B75-A9EF-348BE1C7A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C72B190B-8B0D-4004-B60E-EF20BD8F5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">
              <a:extLst>
                <a:ext uri="{FF2B5EF4-FFF2-40B4-BE49-F238E27FC236}">
                  <a16:creationId xmlns:a16="http://schemas.microsoft.com/office/drawing/2014/main" id="{B2DA77DC-B810-428E-A1CC-2FA9BD2A4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7">
              <a:extLst>
                <a:ext uri="{FF2B5EF4-FFF2-40B4-BE49-F238E27FC236}">
                  <a16:creationId xmlns:a16="http://schemas.microsoft.com/office/drawing/2014/main" id="{1B0311D2-C06B-4E44-9731-6638A3287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">
              <a:extLst>
                <a:ext uri="{FF2B5EF4-FFF2-40B4-BE49-F238E27FC236}">
                  <a16:creationId xmlns:a16="http://schemas.microsoft.com/office/drawing/2014/main" id="{A773EEFA-F4D6-4080-9798-EB34A5E9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9">
              <a:extLst>
                <a:ext uri="{FF2B5EF4-FFF2-40B4-BE49-F238E27FC236}">
                  <a16:creationId xmlns:a16="http://schemas.microsoft.com/office/drawing/2014/main" id="{3CD4AEFD-ABA1-4BDD-AA06-587AC7042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">
              <a:extLst>
                <a:ext uri="{FF2B5EF4-FFF2-40B4-BE49-F238E27FC236}">
                  <a16:creationId xmlns:a16="http://schemas.microsoft.com/office/drawing/2014/main" id="{24F91B73-3E14-4924-8C86-0C2220CDC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1">
              <a:extLst>
                <a:ext uri="{FF2B5EF4-FFF2-40B4-BE49-F238E27FC236}">
                  <a16:creationId xmlns:a16="http://schemas.microsoft.com/office/drawing/2014/main" id="{2259BFDF-B4C8-472D-890F-E51D3327A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2">
              <a:extLst>
                <a:ext uri="{FF2B5EF4-FFF2-40B4-BE49-F238E27FC236}">
                  <a16:creationId xmlns:a16="http://schemas.microsoft.com/office/drawing/2014/main" id="{2647038D-66B9-41C1-917E-322D6A6E8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3">
              <a:extLst>
                <a:ext uri="{FF2B5EF4-FFF2-40B4-BE49-F238E27FC236}">
                  <a16:creationId xmlns:a16="http://schemas.microsoft.com/office/drawing/2014/main" id="{9B6284EB-3C71-4A05-B5C1-FB7A66760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4">
              <a:extLst>
                <a:ext uri="{FF2B5EF4-FFF2-40B4-BE49-F238E27FC236}">
                  <a16:creationId xmlns:a16="http://schemas.microsoft.com/office/drawing/2014/main" id="{51D60F0E-96C4-4851-96A0-6FBDBCDC9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5">
              <a:extLst>
                <a:ext uri="{FF2B5EF4-FFF2-40B4-BE49-F238E27FC236}">
                  <a16:creationId xmlns:a16="http://schemas.microsoft.com/office/drawing/2014/main" id="{13360417-75A4-4A7A-AD4E-01FB71AE9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169EFC4A-1AFE-4136-B688-28E2713E1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7">
              <a:extLst>
                <a:ext uri="{FF2B5EF4-FFF2-40B4-BE49-F238E27FC236}">
                  <a16:creationId xmlns:a16="http://schemas.microsoft.com/office/drawing/2014/main" id="{65E9F922-2BBA-4FC7-AA30-1FCB644EC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8">
              <a:extLst>
                <a:ext uri="{FF2B5EF4-FFF2-40B4-BE49-F238E27FC236}">
                  <a16:creationId xmlns:a16="http://schemas.microsoft.com/office/drawing/2014/main" id="{D9EFB3D6-576F-4DD8-89C8-53B9EFBF0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69A2F58E-003D-4106-8A53-12FD5B67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20">
              <a:extLst>
                <a:ext uri="{FF2B5EF4-FFF2-40B4-BE49-F238E27FC236}">
                  <a16:creationId xmlns:a16="http://schemas.microsoft.com/office/drawing/2014/main" id="{78BBCD57-1744-4519-8DEF-4B4E4016C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21">
              <a:extLst>
                <a:ext uri="{FF2B5EF4-FFF2-40B4-BE49-F238E27FC236}">
                  <a16:creationId xmlns:a16="http://schemas.microsoft.com/office/drawing/2014/main" id="{CD541280-E3F7-431D-8B7C-32FE91C82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22">
              <a:extLst>
                <a:ext uri="{FF2B5EF4-FFF2-40B4-BE49-F238E27FC236}">
                  <a16:creationId xmlns:a16="http://schemas.microsoft.com/office/drawing/2014/main" id="{B9605BFB-55AA-451B-8375-7C78ED77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23">
              <a:extLst>
                <a:ext uri="{FF2B5EF4-FFF2-40B4-BE49-F238E27FC236}">
                  <a16:creationId xmlns:a16="http://schemas.microsoft.com/office/drawing/2014/main" id="{B93B191B-FA7F-4A8A-955E-3E03CA202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24">
              <a:extLst>
                <a:ext uri="{FF2B5EF4-FFF2-40B4-BE49-F238E27FC236}">
                  <a16:creationId xmlns:a16="http://schemas.microsoft.com/office/drawing/2014/main" id="{3D879DF8-1B50-4C8F-81A7-887F63FEC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25">
              <a:extLst>
                <a:ext uri="{FF2B5EF4-FFF2-40B4-BE49-F238E27FC236}">
                  <a16:creationId xmlns:a16="http://schemas.microsoft.com/office/drawing/2014/main" id="{0726ECBE-53E3-4C32-B912-7056C3594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ED00603-AF66-483B-8A37-EF4FB27B5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FF2716E-8C1F-4BFB-8314-F923DAE11F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Isosceles Triangle 22">
              <a:extLst>
                <a:ext uri="{FF2B5EF4-FFF2-40B4-BE49-F238E27FC236}">
                  <a16:creationId xmlns:a16="http://schemas.microsoft.com/office/drawing/2014/main" id="{D57E0FA4-F289-4A4A-BFCA-0BAB4EBD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84988A4-A6D5-42C6-9F65-B62AD07AE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66473" y="1768793"/>
            <a:ext cx="2624234" cy="1840257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100" spc="-150">
                <a:solidFill>
                  <a:srgbClr val="FFFEFF"/>
                </a:solidFill>
              </a:rPr>
              <a:t>Czym jest generalizacja?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838835" y="598196"/>
            <a:ext cx="4711405" cy="13596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relacja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między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klasą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ogólną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bardziej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szczegółową</a:t>
            </a:r>
            <a:endParaRPr lang="en-US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opisuje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dziedziczenie</a:t>
            </a:r>
            <a:endParaRPr lang="en-US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klasa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potomna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przejmuje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cechy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nadrzędnej</a:t>
            </a:r>
            <a:endParaRPr lang="en-US" dirty="0">
              <a:latin typeface="+mj-lt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43E3F57-8521-4C38-8B54-70B06426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4012" y="2322870"/>
            <a:ext cx="4704198" cy="22203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6255" y="2469753"/>
            <a:ext cx="4461697" cy="1935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E8DD8E1A-9945-4DBA-BC40-7A028BF3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FE1C52F1-9DDF-4839-9B8F-25F7F8D42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DB25E450-AEBE-4B5B-9CD7-7DDA5128D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D57AF4B2-B19E-4839-9D9C-06AD5370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2949CEBF-F4A7-44B2-8A3B-22558718F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28EAA589-93ED-485D-96BB-B9B21EC96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4BB4F238-A1F2-45F6-9074-18C4A9F9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1C658EE5-B46E-48ED-822D-1C3F08ECA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82AA74BE-73A4-4ADC-B86C-833704C0C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2018BD4B-A593-4075-9FDB-4739C6D53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D16E44B-CE60-491F-B907-D02B0B1E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2DFA7256-7E90-44B6-8E90-2111C1A1F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CE31CD09-2348-4B3A-9C97-CEECA4ABC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4E5422EF-93F2-41A9-B30F-9EFE9241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7920E29F-BB48-485F-95FF-5C372339C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ACFDB0E0-ECEB-4EEB-925D-4BE22979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30CE2542-FFC2-4E6A-9F84-265FE415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2864C497-B900-4D3E-895C-A2A823A3C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26441ED2-272A-4395-9966-F5B1C8D3F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701CA35D-3DE0-4BE9-96A9-31A6F24DB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C9367E8C-A75F-4D57-8B79-1B3EEDFD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0846F98D-8409-4D6C-B830-625CC19E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5369DB-627C-41BD-9041-6426E8BF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BA15987-DDC0-4CAB-AF5B-7D11E25D2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Isosceles Triangle 22">
              <a:extLst>
                <a:ext uri="{FF2B5EF4-FFF2-40B4-BE49-F238E27FC236}">
                  <a16:creationId xmlns:a16="http://schemas.microsoft.com/office/drawing/2014/main" id="{9B6DF8F2-BD4C-48F5-8CDC-95B311500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E989FB2-D6DE-43D1-84D5-1C80F990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17D615BD-F761-402C-9FFB-C47F6F11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F339C06-755E-4B75-A9EF-348BE1C7A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C72B190B-8B0D-4004-B60E-EF20BD8F5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B2DA77DC-B810-428E-A1CC-2FA9BD2A4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7">
              <a:extLst>
                <a:ext uri="{FF2B5EF4-FFF2-40B4-BE49-F238E27FC236}">
                  <a16:creationId xmlns:a16="http://schemas.microsoft.com/office/drawing/2014/main" id="{1B0311D2-C06B-4E44-9731-6638A3287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8">
              <a:extLst>
                <a:ext uri="{FF2B5EF4-FFF2-40B4-BE49-F238E27FC236}">
                  <a16:creationId xmlns:a16="http://schemas.microsoft.com/office/drawing/2014/main" id="{A773EEFA-F4D6-4080-9798-EB34A5E9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">
              <a:extLst>
                <a:ext uri="{FF2B5EF4-FFF2-40B4-BE49-F238E27FC236}">
                  <a16:creationId xmlns:a16="http://schemas.microsoft.com/office/drawing/2014/main" id="{3CD4AEFD-ABA1-4BDD-AA06-587AC7042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0">
              <a:extLst>
                <a:ext uri="{FF2B5EF4-FFF2-40B4-BE49-F238E27FC236}">
                  <a16:creationId xmlns:a16="http://schemas.microsoft.com/office/drawing/2014/main" id="{24F91B73-3E14-4924-8C86-0C2220CDC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1">
              <a:extLst>
                <a:ext uri="{FF2B5EF4-FFF2-40B4-BE49-F238E27FC236}">
                  <a16:creationId xmlns:a16="http://schemas.microsoft.com/office/drawing/2014/main" id="{2259BFDF-B4C8-472D-890F-E51D3327A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2">
              <a:extLst>
                <a:ext uri="{FF2B5EF4-FFF2-40B4-BE49-F238E27FC236}">
                  <a16:creationId xmlns:a16="http://schemas.microsoft.com/office/drawing/2014/main" id="{2647038D-66B9-41C1-917E-322D6A6E8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3">
              <a:extLst>
                <a:ext uri="{FF2B5EF4-FFF2-40B4-BE49-F238E27FC236}">
                  <a16:creationId xmlns:a16="http://schemas.microsoft.com/office/drawing/2014/main" id="{9B6284EB-3C71-4A05-B5C1-FB7A66760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4">
              <a:extLst>
                <a:ext uri="{FF2B5EF4-FFF2-40B4-BE49-F238E27FC236}">
                  <a16:creationId xmlns:a16="http://schemas.microsoft.com/office/drawing/2014/main" id="{51D60F0E-96C4-4851-96A0-6FBDBCDC9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5">
              <a:extLst>
                <a:ext uri="{FF2B5EF4-FFF2-40B4-BE49-F238E27FC236}">
                  <a16:creationId xmlns:a16="http://schemas.microsoft.com/office/drawing/2014/main" id="{13360417-75A4-4A7A-AD4E-01FB71AE9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169EFC4A-1AFE-4136-B688-28E2713E1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7">
              <a:extLst>
                <a:ext uri="{FF2B5EF4-FFF2-40B4-BE49-F238E27FC236}">
                  <a16:creationId xmlns:a16="http://schemas.microsoft.com/office/drawing/2014/main" id="{65E9F922-2BBA-4FC7-AA30-1FCB644EC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8">
              <a:extLst>
                <a:ext uri="{FF2B5EF4-FFF2-40B4-BE49-F238E27FC236}">
                  <a16:creationId xmlns:a16="http://schemas.microsoft.com/office/drawing/2014/main" id="{D9EFB3D6-576F-4DD8-89C8-53B9EFBF0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9">
              <a:extLst>
                <a:ext uri="{FF2B5EF4-FFF2-40B4-BE49-F238E27FC236}">
                  <a16:creationId xmlns:a16="http://schemas.microsoft.com/office/drawing/2014/main" id="{69A2F58E-003D-4106-8A53-12FD5B67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20">
              <a:extLst>
                <a:ext uri="{FF2B5EF4-FFF2-40B4-BE49-F238E27FC236}">
                  <a16:creationId xmlns:a16="http://schemas.microsoft.com/office/drawing/2014/main" id="{78BBCD57-1744-4519-8DEF-4B4E4016C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21">
              <a:extLst>
                <a:ext uri="{FF2B5EF4-FFF2-40B4-BE49-F238E27FC236}">
                  <a16:creationId xmlns:a16="http://schemas.microsoft.com/office/drawing/2014/main" id="{CD541280-E3F7-431D-8B7C-32FE91C82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22">
              <a:extLst>
                <a:ext uri="{FF2B5EF4-FFF2-40B4-BE49-F238E27FC236}">
                  <a16:creationId xmlns:a16="http://schemas.microsoft.com/office/drawing/2014/main" id="{B9605BFB-55AA-451B-8375-7C78ED77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23">
              <a:extLst>
                <a:ext uri="{FF2B5EF4-FFF2-40B4-BE49-F238E27FC236}">
                  <a16:creationId xmlns:a16="http://schemas.microsoft.com/office/drawing/2014/main" id="{B93B191B-FA7F-4A8A-955E-3E03CA202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3D879DF8-1B50-4C8F-81A7-887F63FEC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0726ECBE-53E3-4C32-B912-7056C3594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ED00603-AF66-483B-8A37-EF4FB27B5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FF2716E-8C1F-4BFB-8314-F923DAE11F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22">
              <a:extLst>
                <a:ext uri="{FF2B5EF4-FFF2-40B4-BE49-F238E27FC236}">
                  <a16:creationId xmlns:a16="http://schemas.microsoft.com/office/drawing/2014/main" id="{D57E0FA4-F289-4A4A-BFCA-0BAB4EBD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84988A4-A6D5-42C6-9F65-B62AD07AE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666473" y="1768793"/>
            <a:ext cx="2624234" cy="1840257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400" spc="-150">
                <a:solidFill>
                  <a:srgbClr val="FFFEFF"/>
                </a:solidFill>
              </a:rPr>
              <a:t>Generalizacja w UML</a:t>
            </a:r>
          </a:p>
        </p:txBody>
      </p:sp>
      <p:sp>
        <p:nvSpPr>
          <p:cNvPr id="77" name="Google Shape;77;p15"/>
          <p:cNvSpPr txBox="1"/>
          <p:nvPr/>
        </p:nvSpPr>
        <p:spPr>
          <a:xfrm>
            <a:off x="3838835" y="598196"/>
            <a:ext cx="4711405" cy="13596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-22860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500" dirty="0" err="1">
                <a:latin typeface="+mj-lt"/>
                <a:sym typeface="Open Sans"/>
              </a:rPr>
              <a:t>Generalizacja</a:t>
            </a:r>
            <a:r>
              <a:rPr lang="en-US" sz="1500" dirty="0">
                <a:latin typeface="+mj-lt"/>
                <a:sym typeface="Open Sans"/>
              </a:rPr>
              <a:t> jest </a:t>
            </a:r>
            <a:r>
              <a:rPr lang="en-US" sz="1500" dirty="0" err="1">
                <a:latin typeface="+mj-lt"/>
                <a:sym typeface="Open Sans"/>
              </a:rPr>
              <a:t>przedstawiana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jako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linia</a:t>
            </a:r>
            <a:r>
              <a:rPr lang="en-US" sz="1500" dirty="0">
                <a:latin typeface="+mj-lt"/>
                <a:sym typeface="Open Sans"/>
              </a:rPr>
              <a:t> z </a:t>
            </a:r>
            <a:r>
              <a:rPr lang="en-US" sz="1500" dirty="0" err="1">
                <a:latin typeface="+mj-lt"/>
                <a:sym typeface="Open Sans"/>
              </a:rPr>
              <a:t>pustym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trójkątem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jako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grotem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strzałki</a:t>
            </a:r>
            <a:r>
              <a:rPr lang="en-US" sz="1500" dirty="0">
                <a:latin typeface="+mj-lt"/>
                <a:sym typeface="Open Sans"/>
              </a:rPr>
              <a:t>, </a:t>
            </a:r>
            <a:r>
              <a:rPr lang="en-US" sz="1500" dirty="0" err="1">
                <a:latin typeface="+mj-lt"/>
                <a:sym typeface="Open Sans"/>
              </a:rPr>
              <a:t>łącząca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symbole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reprezentujące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klasyfikatory</a:t>
            </a:r>
            <a:r>
              <a:rPr lang="en-US" sz="1500" dirty="0">
                <a:latin typeface="+mj-lt"/>
                <a:sym typeface="Open Sans"/>
              </a:rPr>
              <a:t> – grot </a:t>
            </a:r>
            <a:r>
              <a:rPr lang="en-US" sz="1500" dirty="0" err="1">
                <a:latin typeface="+mj-lt"/>
                <a:sym typeface="Open Sans"/>
              </a:rPr>
              <a:t>strzałki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wskazuje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na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klasyfikator</a:t>
            </a:r>
            <a:r>
              <a:rPr lang="en-US" sz="1500" dirty="0">
                <a:latin typeface="+mj-lt"/>
                <a:sym typeface="Open Sans"/>
              </a:rPr>
              <a:t> </a:t>
            </a:r>
            <a:r>
              <a:rPr lang="en-US" sz="1500" dirty="0" err="1">
                <a:latin typeface="+mj-lt"/>
                <a:sym typeface="Open Sans"/>
              </a:rPr>
              <a:t>ogólny</a:t>
            </a:r>
            <a:r>
              <a:rPr lang="en-US" sz="1500" dirty="0">
                <a:latin typeface="+mj-lt"/>
                <a:sym typeface="Open Sans"/>
              </a:rPr>
              <a:t>.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43E3F57-8521-4C38-8B54-70B06426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4012" y="2322870"/>
            <a:ext cx="4704198" cy="22203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045183" y="2453389"/>
            <a:ext cx="2283840" cy="196777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5B5504F5-A44D-4727-B62D-D306EE4C0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90" name="Freeform 5">
              <a:extLst>
                <a:ext uri="{FF2B5EF4-FFF2-40B4-BE49-F238E27FC236}">
                  <a16:creationId xmlns:a16="http://schemas.microsoft.com/office/drawing/2014/main" id="{42E83A18-C907-44D5-83DF-CFB181254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E845C857-E334-431F-9264-4BEF01228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426C9BD9-ECC0-4C60-87C1-D07F8F075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7FBDFA8E-61C4-4F76-819E-308A16DEE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>
              <a:extLst>
                <a:ext uri="{FF2B5EF4-FFF2-40B4-BE49-F238E27FC236}">
                  <a16:creationId xmlns:a16="http://schemas.microsoft.com/office/drawing/2014/main" id="{761F1C21-70B1-4D4E-831C-75DB8E7EA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FD6B914E-6122-42BE-91C5-72FA400D0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25950DE0-F9E4-4487-93B8-F6FDB00B2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>
              <a:extLst>
                <a:ext uri="{FF2B5EF4-FFF2-40B4-BE49-F238E27FC236}">
                  <a16:creationId xmlns:a16="http://schemas.microsoft.com/office/drawing/2014/main" id="{319D2307-45E1-4592-8192-9C9102D4E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>
              <a:extLst>
                <a:ext uri="{FF2B5EF4-FFF2-40B4-BE49-F238E27FC236}">
                  <a16:creationId xmlns:a16="http://schemas.microsoft.com/office/drawing/2014/main" id="{1A93A333-9537-4DEC-A527-7733E1096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>
              <a:extLst>
                <a:ext uri="{FF2B5EF4-FFF2-40B4-BE49-F238E27FC236}">
                  <a16:creationId xmlns:a16="http://schemas.microsoft.com/office/drawing/2014/main" id="{76DEF779-F072-40FD-A3BF-84E3B8C6D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>
              <a:extLst>
                <a:ext uri="{FF2B5EF4-FFF2-40B4-BE49-F238E27FC236}">
                  <a16:creationId xmlns:a16="http://schemas.microsoft.com/office/drawing/2014/main" id="{6861570E-EBF4-48B8-AB90-2A40B5228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68EF8EC2-E3C0-4C22-B1B8-6E30AC244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>
              <a:extLst>
                <a:ext uri="{FF2B5EF4-FFF2-40B4-BE49-F238E27FC236}">
                  <a16:creationId xmlns:a16="http://schemas.microsoft.com/office/drawing/2014/main" id="{AC3BE00B-705F-42C6-94CE-E89B1FA4E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>
              <a:extLst>
                <a:ext uri="{FF2B5EF4-FFF2-40B4-BE49-F238E27FC236}">
                  <a16:creationId xmlns:a16="http://schemas.microsoft.com/office/drawing/2014/main" id="{F23249F0-6642-4CDD-B89B-7EC0C254A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>
              <a:extLst>
                <a:ext uri="{FF2B5EF4-FFF2-40B4-BE49-F238E27FC236}">
                  <a16:creationId xmlns:a16="http://schemas.microsoft.com/office/drawing/2014/main" id="{9E5173CD-2C19-40D0-B444-CF38FF220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>
              <a:extLst>
                <a:ext uri="{FF2B5EF4-FFF2-40B4-BE49-F238E27FC236}">
                  <a16:creationId xmlns:a16="http://schemas.microsoft.com/office/drawing/2014/main" id="{C46A9203-B0FB-426A-9F90-6953A96AE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F0B66C88-C270-4AE6-B12C-71CFC5F1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>
              <a:extLst>
                <a:ext uri="{FF2B5EF4-FFF2-40B4-BE49-F238E27FC236}">
                  <a16:creationId xmlns:a16="http://schemas.microsoft.com/office/drawing/2014/main" id="{9113790B-9AB2-45C0-85DD-4E7303894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>
              <a:extLst>
                <a:ext uri="{FF2B5EF4-FFF2-40B4-BE49-F238E27FC236}">
                  <a16:creationId xmlns:a16="http://schemas.microsoft.com/office/drawing/2014/main" id="{36488705-890C-4BDD-AC3C-9807F6A6E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4">
              <a:extLst>
                <a:ext uri="{FF2B5EF4-FFF2-40B4-BE49-F238E27FC236}">
                  <a16:creationId xmlns:a16="http://schemas.microsoft.com/office/drawing/2014/main" id="{CCF65277-1D63-4A4A-957E-9F12111D9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5">
              <a:extLst>
                <a:ext uri="{FF2B5EF4-FFF2-40B4-BE49-F238E27FC236}">
                  <a16:creationId xmlns:a16="http://schemas.microsoft.com/office/drawing/2014/main" id="{AD6DFDD0-50F6-498B-A4E6-DC6D9A79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A5D777-C3C4-4D83-B4A3-0C83DBE1C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80A9110-3349-42C1-8186-CB70C1FD4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Isosceles Triangle 22">
              <a:extLst>
                <a:ext uri="{FF2B5EF4-FFF2-40B4-BE49-F238E27FC236}">
                  <a16:creationId xmlns:a16="http://schemas.microsoft.com/office/drawing/2014/main" id="{4F5EDCDF-C218-4482-A13E-8CFB87D0D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EB8EB4B-9F73-4DB2-B849-B88E0435D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20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1319465" y="599160"/>
            <a:ext cx="6505070" cy="786709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2500" b="0" i="0" kern="1200" cap="none" spc="-150">
                <a:effectLst/>
                <a:latin typeface="+mj-lt"/>
                <a:ea typeface="+mj-ea"/>
                <a:cs typeface="+mj-cs"/>
              </a:rPr>
              <a:t>Zalety generalizacji</a:t>
            </a:r>
          </a:p>
        </p:txBody>
      </p:sp>
      <p:graphicFrame>
        <p:nvGraphicFramePr>
          <p:cNvPr id="85" name="Google Shape;83;p16">
            <a:extLst>
              <a:ext uri="{FF2B5EF4-FFF2-40B4-BE49-F238E27FC236}">
                <a16:creationId xmlns:a16="http://schemas.microsoft.com/office/drawing/2014/main" id="{18783D2D-462F-515D-D555-19EED029A0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9477380"/>
              </p:ext>
            </p:extLst>
          </p:nvPr>
        </p:nvGraphicFramePr>
        <p:xfrm>
          <a:off x="605791" y="1493232"/>
          <a:ext cx="7932419" cy="313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15E1AC81-83F2-45A8-9054-15570F4E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95" name="Freeform 5">
              <a:extLst>
                <a:ext uri="{FF2B5EF4-FFF2-40B4-BE49-F238E27FC236}">
                  <a16:creationId xmlns:a16="http://schemas.microsoft.com/office/drawing/2014/main" id="{B15AA7C5-9BFE-4B90-A119-467AFACE9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6">
              <a:extLst>
                <a:ext uri="{FF2B5EF4-FFF2-40B4-BE49-F238E27FC236}">
                  <a16:creationId xmlns:a16="http://schemas.microsoft.com/office/drawing/2014/main" id="{944AB87D-35AF-4719-9940-5822E7702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7">
              <a:extLst>
                <a:ext uri="{FF2B5EF4-FFF2-40B4-BE49-F238E27FC236}">
                  <a16:creationId xmlns:a16="http://schemas.microsoft.com/office/drawing/2014/main" id="{E8B33BE3-7890-4628-9322-7EFBA3375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8">
              <a:extLst>
                <a:ext uri="{FF2B5EF4-FFF2-40B4-BE49-F238E27FC236}">
                  <a16:creationId xmlns:a16="http://schemas.microsoft.com/office/drawing/2014/main" id="{01AD3ECF-519E-45E2-99DA-F5C1B5071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C050E700-0FF1-4D25-B54C-84BA04FCD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">
              <a:extLst>
                <a:ext uri="{FF2B5EF4-FFF2-40B4-BE49-F238E27FC236}">
                  <a16:creationId xmlns:a16="http://schemas.microsoft.com/office/drawing/2014/main" id="{720D9C11-F5C9-41B0-B2F2-EE20BC3D0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623A9DA0-857E-4CDE-80EA-F30F1CE5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2">
              <a:extLst>
                <a:ext uri="{FF2B5EF4-FFF2-40B4-BE49-F238E27FC236}">
                  <a16:creationId xmlns:a16="http://schemas.microsoft.com/office/drawing/2014/main" id="{C48B8F4C-2C83-46F6-AFCD-58166AEB1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3">
              <a:extLst>
                <a:ext uri="{FF2B5EF4-FFF2-40B4-BE49-F238E27FC236}">
                  <a16:creationId xmlns:a16="http://schemas.microsoft.com/office/drawing/2014/main" id="{234C3795-C44D-41A7-A8F6-891387A66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4">
              <a:extLst>
                <a:ext uri="{FF2B5EF4-FFF2-40B4-BE49-F238E27FC236}">
                  <a16:creationId xmlns:a16="http://schemas.microsoft.com/office/drawing/2014/main" id="{91CC36F4-5DFA-4954-B354-97B180E98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5">
              <a:extLst>
                <a:ext uri="{FF2B5EF4-FFF2-40B4-BE49-F238E27FC236}">
                  <a16:creationId xmlns:a16="http://schemas.microsoft.com/office/drawing/2014/main" id="{7087A08E-C024-457D-8F99-1F340CED6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61CFBC61-7F57-45D7-860E-BF51B0EDA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7">
              <a:extLst>
                <a:ext uri="{FF2B5EF4-FFF2-40B4-BE49-F238E27FC236}">
                  <a16:creationId xmlns:a16="http://schemas.microsoft.com/office/drawing/2014/main" id="{2591C3DB-4880-431E-BC3D-37F1378A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8">
              <a:extLst>
                <a:ext uri="{FF2B5EF4-FFF2-40B4-BE49-F238E27FC236}">
                  <a16:creationId xmlns:a16="http://schemas.microsoft.com/office/drawing/2014/main" id="{79557EFE-4199-4E24-8A13-1B9CC1715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9">
              <a:extLst>
                <a:ext uri="{FF2B5EF4-FFF2-40B4-BE49-F238E27FC236}">
                  <a16:creationId xmlns:a16="http://schemas.microsoft.com/office/drawing/2014/main" id="{0B965615-6052-4907-A136-9CAD14604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0">
              <a:extLst>
                <a:ext uri="{FF2B5EF4-FFF2-40B4-BE49-F238E27FC236}">
                  <a16:creationId xmlns:a16="http://schemas.microsoft.com/office/drawing/2014/main" id="{F788FFC4-205D-47C1-91E7-DD1A52E0A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21">
              <a:extLst>
                <a:ext uri="{FF2B5EF4-FFF2-40B4-BE49-F238E27FC236}">
                  <a16:creationId xmlns:a16="http://schemas.microsoft.com/office/drawing/2014/main" id="{462FADD6-C927-46ED-A6E6-273B35C2F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22">
              <a:extLst>
                <a:ext uri="{FF2B5EF4-FFF2-40B4-BE49-F238E27FC236}">
                  <a16:creationId xmlns:a16="http://schemas.microsoft.com/office/drawing/2014/main" id="{AF64005E-134D-4444-9425-FB1C18898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23">
              <a:extLst>
                <a:ext uri="{FF2B5EF4-FFF2-40B4-BE49-F238E27FC236}">
                  <a16:creationId xmlns:a16="http://schemas.microsoft.com/office/drawing/2014/main" id="{E2565CA7-A8CB-463D-8D25-4F41235B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24">
              <a:extLst>
                <a:ext uri="{FF2B5EF4-FFF2-40B4-BE49-F238E27FC236}">
                  <a16:creationId xmlns:a16="http://schemas.microsoft.com/office/drawing/2014/main" id="{41ABBFC0-4EEA-4634-A73B-945729D6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25">
              <a:extLst>
                <a:ext uri="{FF2B5EF4-FFF2-40B4-BE49-F238E27FC236}">
                  <a16:creationId xmlns:a16="http://schemas.microsoft.com/office/drawing/2014/main" id="{E422F11F-726A-4A93-9D1B-B1400B061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BF129BC-EA9E-4D20-898B-399F7727D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FF42BAE-3249-46C8-9108-A83C87206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19" name="Isosceles Triangle 22">
              <a:extLst>
                <a:ext uri="{FF2B5EF4-FFF2-40B4-BE49-F238E27FC236}">
                  <a16:creationId xmlns:a16="http://schemas.microsoft.com/office/drawing/2014/main" id="{4DDE2BA8-4174-4A99-BB09-0BA28F26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A893933-F7DD-4DA6-85C7-4CFF58741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519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2748" y="0"/>
            <a:ext cx="7701252" cy="51519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160363" y="631031"/>
            <a:ext cx="4673143" cy="922927"/>
          </a:xfrm>
          <a:prstGeom prst="rect">
            <a:avLst/>
          </a:prstGeom>
        </p:spPr>
        <p:txBody>
          <a:bodyPr spcFirstLastPara="1" vert="horz" lIns="228600" tIns="228600" rIns="228600" bIns="228600" rtlCol="0" anchor="t" anchorCtr="0">
            <a:normAutofit/>
          </a:bodyPr>
          <a:lstStyle/>
          <a:p>
            <a:pPr marL="0" lvl="0" indent="0" algn="l" defTabSz="914400">
              <a:spcBef>
                <a:spcPct val="0"/>
              </a:spcBef>
              <a:spcAft>
                <a:spcPts val="0"/>
              </a:spcAft>
            </a:pPr>
            <a:r>
              <a:rPr lang="en-US" sz="2700" spc="-150">
                <a:solidFill>
                  <a:schemeClr val="accent1"/>
                </a:solidFill>
              </a:rPr>
              <a:t>Dziedziczenie</a:t>
            </a:r>
          </a:p>
        </p:txBody>
      </p:sp>
      <p:sp>
        <p:nvSpPr>
          <p:cNvPr id="149" name="Isosceles Triangle 148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8427" y="716110"/>
            <a:ext cx="225581" cy="1944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2160365" y="1686784"/>
            <a:ext cx="4592837" cy="285207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200" b="1" dirty="0" err="1">
                <a:latin typeface="+mj-lt"/>
              </a:rPr>
              <a:t>Podklasa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przejmuje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wszystkie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nieprywatne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atrybuty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i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operacje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klasy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ogólnej</a:t>
            </a:r>
            <a:endParaRPr lang="en-US" sz="1200" b="1" dirty="0">
              <a:latin typeface="+mj-lt"/>
            </a:endParaRPr>
          </a:p>
          <a:p>
            <a:pPr marL="457200" lvl="0" indent="-228600" defTabSz="914400"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200" b="1" dirty="0" err="1">
                <a:latin typeface="+mj-lt"/>
              </a:rPr>
              <a:t>Podklasa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może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dodać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własne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atrybuty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bądź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przesłonić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operacje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Klasy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ogólnej</a:t>
            </a:r>
            <a:r>
              <a:rPr lang="en-US" sz="1200" b="1" dirty="0">
                <a:latin typeface="+mj-lt"/>
              </a:rPr>
              <a:t>, </a:t>
            </a:r>
            <a:r>
              <a:rPr lang="en-US" sz="1200" b="1" dirty="0" err="1">
                <a:latin typeface="+mj-lt"/>
              </a:rPr>
              <a:t>tym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samym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nadając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im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inne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zachowanie</a:t>
            </a:r>
            <a:endParaRPr lang="en-US" sz="1200" b="1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Bibliografia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264600" y="11446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u="sng" dirty="0">
                <a:solidFill>
                  <a:schemeClr val="hlink"/>
                </a:solidFill>
                <a:hlinkClick r:id="rId3"/>
              </a:rPr>
              <a:t>https://www.omg.org/spec/UML/2.5.1/PDF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106</Words>
  <Application>Microsoft Macintosh PowerPoint</Application>
  <PresentationFormat>On-screen Show (16:9)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Rockwell</vt:lpstr>
      <vt:lpstr>Arial</vt:lpstr>
      <vt:lpstr>Wingdings</vt:lpstr>
      <vt:lpstr>Calibri Light</vt:lpstr>
      <vt:lpstr>Atlas</vt:lpstr>
      <vt:lpstr>Relacja generalizacji</vt:lpstr>
      <vt:lpstr>Czym jest generalizacja?</vt:lpstr>
      <vt:lpstr>Generalizacja w UML</vt:lpstr>
      <vt:lpstr>Zalety generalizacji</vt:lpstr>
      <vt:lpstr>Dziedziczenie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Kamil Marczak (284229)</cp:lastModifiedBy>
  <cp:revision>5</cp:revision>
  <dcterms:modified xsi:type="dcterms:W3CDTF">2026-03-10T08:38:20Z</dcterms:modified>
</cp:coreProperties>
</file>