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56" r:id="rId3"/>
    <p:sldId id="257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59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0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55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82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0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77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9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03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4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6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03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44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48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89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389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4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4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2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 useBgFill="1">
          <p:nvSpPr>
            <p:cNvPr id="16" name="Rectangle 15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0C826A-0006-92DF-6A50-900AC334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78" y="1169773"/>
            <a:ext cx="6619243" cy="28701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1.12 – </a:t>
            </a:r>
            <a:r>
              <a:rPr lang="en-US" sz="5400" b="1" dirty="0" err="1">
                <a:solidFill>
                  <a:schemeClr val="tx1"/>
                </a:solidFill>
              </a:rPr>
              <a:t>Klasa</a:t>
            </a:r>
            <a:r>
              <a:rPr lang="en-US" sz="5400" b="1" dirty="0">
                <a:solidFill>
                  <a:schemeClr val="tx1"/>
                </a:solidFill>
              </a:rPr>
              <a:t> </a:t>
            </a:r>
            <a:r>
              <a:rPr lang="en-US" sz="5400" b="1" dirty="0" err="1">
                <a:solidFill>
                  <a:schemeClr val="tx1"/>
                </a:solidFill>
              </a:rPr>
              <a:t>asocjacji</a:t>
            </a:r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92C38-7EFD-F7EC-7788-15CDA6F443A7}"/>
              </a:ext>
            </a:extLst>
          </p:cNvPr>
          <p:cNvSpPr txBox="1"/>
          <p:nvPr/>
        </p:nvSpPr>
        <p:spPr>
          <a:xfrm>
            <a:off x="1262378" y="4293441"/>
            <a:ext cx="6619243" cy="12341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1700" cap="al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Kamil Marczak 284229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8686" y="4166888"/>
            <a:ext cx="506627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71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Klasa asocjacji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Połączenie klasy i relacji</a:t>
            </a:r>
          </a:p>
          <a:p>
            <a:r>
              <a:t>Opisuje relację jako byt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Kiedy używać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Relacja ma dane</a:t>
            </a:r>
          </a:p>
          <a:p>
            <a:r>
              <a:t>Relacja ma zachowanie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Notacja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Linia + klasa</a:t>
            </a:r>
          </a:p>
          <a:p>
            <a:r>
              <a:t>Przerywana linia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735213-50F9-9387-CD85-CD6471EF2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00" y="3848102"/>
            <a:ext cx="474980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Właściwości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 atrybuty</a:t>
            </a:r>
          </a:p>
          <a:p>
            <a:r>
              <a:t>Może mieć operacje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</TotalTime>
  <Words>38</Words>
  <Application>Microsoft Macintosh PowerPoint</Application>
  <PresentationFormat>On-screen Show (4:3)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 Boardroom</vt:lpstr>
      <vt:lpstr>1.12 – Klasa asocjacji</vt:lpstr>
      <vt:lpstr>Klasa asocjacji</vt:lpstr>
      <vt:lpstr>Kiedy używać</vt:lpstr>
      <vt:lpstr>Notacja UML</vt:lpstr>
      <vt:lpstr>Właściwości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Kamil Marczak (284229)</cp:lastModifiedBy>
  <cp:revision>3</cp:revision>
  <dcterms:created xsi:type="dcterms:W3CDTF">2013-01-27T09:14:16Z</dcterms:created>
  <dcterms:modified xsi:type="dcterms:W3CDTF">2026-03-30T18:11:27Z</dcterms:modified>
  <cp:category/>
</cp:coreProperties>
</file>